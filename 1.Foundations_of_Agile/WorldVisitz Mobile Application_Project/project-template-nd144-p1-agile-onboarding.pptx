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7515110cb_1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57515110cb_1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3c535a6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63c535a6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63c535a6a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63c535a6a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1e57a717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51e57a71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1e57a71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1e57a71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51e57a71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51e57a71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51e57a71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51e57a71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1e57a71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1e57a71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1e57a71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1e57a71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1e57a717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1e57a717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51e57a717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51e57a717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7535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57200" y="2195513"/>
            <a:ext cx="5038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67" name="Google Shape;67;p16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with Subtitle">
  <p:cSld name="Segue with Sub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with Subtitle Light">
  <p:cSld name="Segue with Subtitle Light">
    <p:bg>
      <p:bgPr>
        <a:solidFill>
          <a:srgbClr val="02B3E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b="0" i="0" sz="24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Light">
  <p:cSld name="Segue Light">
    <p:bg>
      <p:bgPr>
        <a:solidFill>
          <a:srgbClr val="02B3E4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57200" y="667978"/>
            <a:ext cx="82296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1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609600" y="3419475"/>
            <a:ext cx="80772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">
  <p:cSld name="Title with Content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3" type="body"/>
          </p:nvPr>
        </p:nvSpPr>
        <p:spPr>
          <a:xfrm>
            <a:off x="457200" y="17145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b="0" i="0" sz="1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&amp; Image">
  <p:cSld name="Title with Content &amp; Image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457200" y="912875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457200" y="304800"/>
            <a:ext cx="8229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3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3" type="body"/>
          </p:nvPr>
        </p:nvSpPr>
        <p:spPr>
          <a:xfrm>
            <a:off x="457200" y="1714500"/>
            <a:ext cx="40251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Open Sans"/>
              <a:buChar char="•"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b="0" i="0" sz="16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b="0" i="0" sz="14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b="0" i="0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95" name="Google Shape;95;p22"/>
          <p:cNvSpPr/>
          <p:nvPr>
            <p:ph idx="4" type="pic"/>
          </p:nvPr>
        </p:nvSpPr>
        <p:spPr>
          <a:xfrm>
            <a:off x="4662488" y="1714500"/>
            <a:ext cx="4024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533400" lvl="5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711200" lvl="6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889000" lvl="7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1066800" lvl="8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Image">
    <p:bg>
      <p:bgPr>
        <a:solidFill>
          <a:srgbClr val="2D3D4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533400" lvl="5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711200" lvl="6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889000" lvl="7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1066800" lvl="8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">
  <p:cSld name="Dem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 b="7535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 Dark">
  <p:cSld name="Logo A Dar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05" name="Google Shape;105;p25"/>
          <p:cNvSpPr/>
          <p:nvPr/>
        </p:nvSpPr>
        <p:spPr>
          <a:xfrm>
            <a:off x="3796401" y="3514398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 Light">
  <p:cSld name="Logo A Light">
    <p:bg>
      <p:bgPr>
        <a:solidFill>
          <a:srgbClr val="02B3E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0" name="Google Shape;110;p26"/>
          <p:cNvSpPr/>
          <p:nvPr/>
        </p:nvSpPr>
        <p:spPr>
          <a:xfrm>
            <a:off x="3796401" y="3514725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B Dark">
  <p:cSld name="Logo B Dar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5" name="Google Shape;115;p27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6" name="Google Shape;1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0679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B Light">
  <p:cSld name="Logo B Light">
    <p:bg>
      <p:bgPr>
        <a:solidFill>
          <a:srgbClr val="02B3E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20" name="Google Shape;120;p28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b="0" i="0" lang="en" sz="1800" u="none" cap="none" strike="noStrik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0313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D4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14363" y="2662238"/>
            <a:ext cx="79152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eCyr2eKYK7CyHtrJ6LvnIDVFubpo7SRewifzeZcbKtE/edit?usp=sharing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4200"/>
              <a:t>WorldVisitz Mobile Application Agile Delivery Launch</a:t>
            </a:r>
            <a:endParaRPr sz="4200"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457200" y="2195525"/>
            <a:ext cx="59007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Agile Onboarding - Presentation for the Agile Team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Presented by: [Your Name]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500"/>
          </a:p>
        </p:txBody>
      </p:sp>
      <p:sp>
        <p:nvSpPr>
          <p:cNvPr id="131" name="Google Shape;131;p30"/>
          <p:cNvSpPr txBox="1"/>
          <p:nvPr>
            <p:ph idx="4294967295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2019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How to use this Template</a:t>
            </a:r>
            <a:endParaRPr sz="2800"/>
          </a:p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311700" y="847675"/>
            <a:ext cx="8520600" cy="319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Make a copy of this Google Slide deck (</a:t>
            </a:r>
            <a:r>
              <a:rPr lang="en" sz="1200">
                <a:solidFill>
                  <a:srgbClr val="0097A7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Drive Directions</a:t>
            </a:r>
            <a:r>
              <a:rPr lang="en" sz="1200">
                <a:solidFill>
                  <a:srgbClr val="2D3D4A"/>
                </a:solidFill>
              </a:rPr>
              <a:t>).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We have provided these slides as a guide to ensure that you submit all the required components to successfully complete your project. 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When presenting your project, please only think of this as a guide. We encouraged you to use creative freedom when making changes as long as the required information is present. </a:t>
            </a:r>
            <a:endParaRPr sz="1200">
              <a:solidFill>
                <a:srgbClr val="2D3D4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2D3D4A"/>
                </a:solidFill>
              </a:rPr>
              <a:t>Don’t forget to delete this and all of the other reference slides before you submit your project.</a:t>
            </a:r>
            <a:endParaRPr sz="1200">
              <a:solidFill>
                <a:srgbClr val="2D3D4A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38" name="Google Shape;138;p31"/>
          <p:cNvPicPr preferRelativeResize="0"/>
          <p:nvPr/>
        </p:nvPicPr>
        <p:blipFill rotWithShape="1">
          <a:blip r:embed="rId4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Onboarding the Team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3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3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Benefits for the Team</a:t>
            </a:r>
            <a:endParaRPr/>
          </a:p>
        </p:txBody>
      </p:sp>
      <p:sp>
        <p:nvSpPr>
          <p:cNvPr id="151" name="Google Shape;151;p33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33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Agile Practice</a:t>
            </a:r>
            <a:endParaRPr sz="4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 txBox="1"/>
          <p:nvPr>
            <p:ph idx="1" type="body"/>
          </p:nvPr>
        </p:nvSpPr>
        <p:spPr>
          <a:xfrm>
            <a:off x="457200" y="13714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Provides at least 2 radiators and includes visual examples, as well as value props (why the selected radiators are helpful)</a:t>
            </a:r>
            <a:endParaRPr/>
          </a:p>
        </p:txBody>
      </p:sp>
      <p:sp>
        <p:nvSpPr>
          <p:cNvPr id="163" name="Google Shape;163;p35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5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for Information Radiators</a:t>
            </a:r>
            <a:endParaRPr/>
          </a:p>
        </p:txBody>
      </p:sp>
      <p:sp>
        <p:nvSpPr>
          <p:cNvPr id="165" name="Google Shape;165;p35"/>
          <p:cNvSpPr txBox="1"/>
          <p:nvPr>
            <p:ph idx="3" type="body"/>
          </p:nvPr>
        </p:nvSpPr>
        <p:spPr>
          <a:xfrm>
            <a:off x="457200" y="2029713"/>
            <a:ext cx="8229600" cy="254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5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457200" y="899998"/>
            <a:ext cx="8229600" cy="78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/>
              <a:t>If you are using Scrum, you should follow the Scrum Guide</a:t>
            </a:r>
            <a:endParaRPr/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"/>
              <a:t>If are using Kanban or XP, you need to create an appropriate schedule that includes a minimum of 3 ceremonies</a:t>
            </a:r>
            <a:endParaRPr/>
          </a:p>
        </p:txBody>
      </p:sp>
      <p:sp>
        <p:nvSpPr>
          <p:cNvPr id="172" name="Google Shape;172;p36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6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Ceremony Schedule &amp; Each Agenda</a:t>
            </a:r>
            <a:endParaRPr/>
          </a:p>
        </p:txBody>
      </p:sp>
      <p:sp>
        <p:nvSpPr>
          <p:cNvPr id="174" name="Google Shape;174;p36"/>
          <p:cNvSpPr txBox="1"/>
          <p:nvPr>
            <p:ph idx="3" type="body"/>
          </p:nvPr>
        </p:nvSpPr>
        <p:spPr>
          <a:xfrm>
            <a:off x="457200" y="1898251"/>
            <a:ext cx="8229600" cy="2675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6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High Performing Agile Teams</a:t>
            </a:r>
            <a:endParaRPr sz="4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 txBox="1"/>
          <p:nvPr>
            <p:ph idx="1" type="body"/>
          </p:nvPr>
        </p:nvSpPr>
        <p:spPr>
          <a:xfrm>
            <a:off x="457200" y="13714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ncludes a list of all necessary roles based on the recommended framework, such as Scrum Master, Product Owner, Scrum Team, Stakeholders (for Scrum framework)</a:t>
            </a:r>
            <a:endParaRPr/>
          </a:p>
        </p:txBody>
      </p:sp>
      <p:sp>
        <p:nvSpPr>
          <p:cNvPr id="186" name="Google Shape;186;p38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8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Composition and Role Assignments</a:t>
            </a:r>
            <a:endParaRPr/>
          </a:p>
        </p:txBody>
      </p:sp>
      <p:sp>
        <p:nvSpPr>
          <p:cNvPr id="188" name="Google Shape;188;p38"/>
          <p:cNvSpPr txBox="1"/>
          <p:nvPr>
            <p:ph idx="3" type="body"/>
          </p:nvPr>
        </p:nvSpPr>
        <p:spPr>
          <a:xfrm>
            <a:off x="457200" y="2314925"/>
            <a:ext cx="8229600" cy="2259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8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Identifies current weaknesses and antipatterns in the team</a:t>
            </a:r>
            <a:endParaRPr/>
          </a:p>
        </p:txBody>
      </p:sp>
      <p:sp>
        <p:nvSpPr>
          <p:cNvPr id="195" name="Google Shape;195;p39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9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1 - Skill Gaps</a:t>
            </a:r>
            <a:endParaRPr/>
          </a:p>
        </p:txBody>
      </p:sp>
      <p:sp>
        <p:nvSpPr>
          <p:cNvPr id="197" name="Google Shape;197;p39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9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457200" y="914251"/>
            <a:ext cx="8229600" cy="30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0"/>
          <p:cNvSpPr txBox="1"/>
          <p:nvPr>
            <p:ph idx="2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0"/>
          <p:cNvSpPr txBox="1"/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2 - Training &amp; Coaching Plan</a:t>
            </a:r>
            <a:endParaRPr/>
          </a:p>
        </p:txBody>
      </p:sp>
      <p:sp>
        <p:nvSpPr>
          <p:cNvPr id="206" name="Google Shape;206;p40"/>
          <p:cNvSpPr txBox="1"/>
          <p:nvPr>
            <p:ph idx="3" type="body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40"/>
          <p:cNvPicPr preferRelativeResize="0"/>
          <p:nvPr/>
        </p:nvPicPr>
        <p:blipFill rotWithShape="1">
          <a:blip r:embed="rId3">
            <a:alphaModFix/>
          </a:blip>
          <a:srcRect b="11824" l="18073" r="14486" t="20988"/>
          <a:stretch/>
        </p:blipFill>
        <p:spPr>
          <a:xfrm>
            <a:off x="3265977" y="4306493"/>
            <a:ext cx="2588100" cy="64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dacity Template 16x9">
  <a:themeElements>
    <a:clrScheme name="White">
      <a:dk1>
        <a:srgbClr val="2E3D49"/>
      </a:dk1>
      <a:lt1>
        <a:srgbClr val="7D97AD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